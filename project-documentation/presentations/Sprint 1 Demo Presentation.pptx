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60" r:id="rId5"/>
    <p:sldId id="265" r:id="rId6"/>
    <p:sldId id="264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8A0D9-C1D9-C590-9510-760E94748418}" v="241" dt="2026-01-16T07:54:16.517"/>
    <p1510:client id="{5FCEC2F8-3399-E9BA-15CF-049DF04A7F10}" v="18" dt="2026-01-15T13:22:53.424"/>
    <p1510:client id="{616377BA-5A17-F6A4-F81E-528E8C8DAE64}" v="50" dt="2026-01-15T14:20:11.235"/>
    <p1510:client id="{9B7CB966-8104-7DD5-916D-4ED356E93801}" v="15" dt="2026-01-15T13:26:21.810"/>
    <p1510:client id="{CCB7B06F-6883-C5C3-98E9-160705EB70D6}" v="34" dt="2026-01-15T14:11:20.252"/>
    <p1510:client id="{DF2989F2-5A2D-175F-B9B6-7B4E0D203A67}" v="16" dt="2026-01-16T06:48:05.921"/>
    <p1510:client id="{E17BFE47-C48C-0828-6C61-D4E550248642}" v="319" dt="2026-01-15T12:32:25.287"/>
    <p1510:client id="{FD4B4E4F-C51F-39D8-25EB-14546EC08C0B}" v="19" dt="2026-01-15T14:04:36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i Gangstø" userId="S::nikolai.gangsto@no.experis.com::8dc0de3d-31c0-46db-9cd1-824a0e73f365" providerId="AD" clId="Web-{E17BFE47-C48C-0828-6C61-D4E550248642}"/>
    <pc:docChg chg="addSld delSld modSld sldOrd">
      <pc:chgData name="Nikolai Gangstø" userId="S::nikolai.gangsto@no.experis.com::8dc0de3d-31c0-46db-9cd1-824a0e73f365" providerId="AD" clId="Web-{E17BFE47-C48C-0828-6C61-D4E550248642}" dt="2026-01-15T12:32:25.287" v="297"/>
      <pc:docMkLst>
        <pc:docMk/>
      </pc:docMkLst>
      <pc:sldChg chg="modSp">
        <pc:chgData name="Nikolai Gangstø" userId="S::nikolai.gangsto@no.experis.com::8dc0de3d-31c0-46db-9cd1-824a0e73f365" providerId="AD" clId="Web-{E17BFE47-C48C-0828-6C61-D4E550248642}" dt="2026-01-15T11:13:58.044" v="26" actId="20577"/>
        <pc:sldMkLst>
          <pc:docMk/>
          <pc:sldMk cId="109857222" sldId="256"/>
        </pc:sldMkLst>
        <pc:spChg chg="mod">
          <ac:chgData name="Nikolai Gangstø" userId="S::nikolai.gangsto@no.experis.com::8dc0de3d-31c0-46db-9cd1-824a0e73f365" providerId="AD" clId="Web-{E17BFE47-C48C-0828-6C61-D4E550248642}" dt="2026-01-15T11:13:58.044" v="2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ikolai Gangstø" userId="S::nikolai.gangsto@no.experis.com::8dc0de3d-31c0-46db-9cd1-824a0e73f365" providerId="AD" clId="Web-{E17BFE47-C48C-0828-6C61-D4E550248642}" dt="2026-01-15T11:13:49.168" v="1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Nikolai Gangstø" userId="S::nikolai.gangsto@no.experis.com::8dc0de3d-31c0-46db-9cd1-824a0e73f365" providerId="AD" clId="Web-{E17BFE47-C48C-0828-6C61-D4E550248642}" dt="2026-01-15T11:16:01.100" v="41" actId="20577"/>
        <pc:sldMkLst>
          <pc:docMk/>
          <pc:sldMk cId="1301877931" sldId="257"/>
        </pc:sldMkLst>
        <pc:spChg chg="mod">
          <ac:chgData name="Nikolai Gangstø" userId="S::nikolai.gangsto@no.experis.com::8dc0de3d-31c0-46db-9cd1-824a0e73f365" providerId="AD" clId="Web-{E17BFE47-C48C-0828-6C61-D4E550248642}" dt="2026-01-15T11:16:01.100" v="41" actId="20577"/>
          <ac:spMkLst>
            <pc:docMk/>
            <pc:sldMk cId="1301877931" sldId="257"/>
            <ac:spMk id="2" creationId="{B4F96738-BC63-2768-5FC4-FD7ED2508DFD}"/>
          </ac:spMkLst>
        </pc:spChg>
      </pc:sldChg>
      <pc:sldChg chg="modSp new del">
        <pc:chgData name="Nikolai Gangstø" userId="S::nikolai.gangsto@no.experis.com::8dc0de3d-31c0-46db-9cd1-824a0e73f365" providerId="AD" clId="Web-{E17BFE47-C48C-0828-6C61-D4E550248642}" dt="2026-01-15T11:16:16.991" v="50"/>
        <pc:sldMkLst>
          <pc:docMk/>
          <pc:sldMk cId="1147259231" sldId="258"/>
        </pc:sldMkLst>
        <pc:spChg chg="mod">
          <ac:chgData name="Nikolai Gangstø" userId="S::nikolai.gangsto@no.experis.com::8dc0de3d-31c0-46db-9cd1-824a0e73f365" providerId="AD" clId="Web-{E17BFE47-C48C-0828-6C61-D4E550248642}" dt="2026-01-15T11:16:15.366" v="48" actId="20577"/>
          <ac:spMkLst>
            <pc:docMk/>
            <pc:sldMk cId="1147259231" sldId="258"/>
            <ac:spMk id="2" creationId="{7FCFD002-5991-90DB-4ADB-42C78541B472}"/>
          </ac:spMkLst>
        </pc:spChg>
      </pc:sldChg>
      <pc:sldChg chg="addSp delSp modSp new ord">
        <pc:chgData name="Nikolai Gangstø" userId="S::nikolai.gangsto@no.experis.com::8dc0de3d-31c0-46db-9cd1-824a0e73f365" providerId="AD" clId="Web-{E17BFE47-C48C-0828-6C61-D4E550248642}" dt="2026-01-15T12:32:25.287" v="297"/>
        <pc:sldMkLst>
          <pc:docMk/>
          <pc:sldMk cId="535311122" sldId="259"/>
        </pc:sldMkLst>
        <pc:spChg chg="mod">
          <ac:chgData name="Nikolai Gangstø" userId="S::nikolai.gangsto@no.experis.com::8dc0de3d-31c0-46db-9cd1-824a0e73f365" providerId="AD" clId="Web-{E17BFE47-C48C-0828-6C61-D4E550248642}" dt="2026-01-15T12:08:36.847" v="284" actId="20577"/>
          <ac:spMkLst>
            <pc:docMk/>
            <pc:sldMk cId="535311122" sldId="259"/>
            <ac:spMk id="2" creationId="{AD03D41B-6735-42BC-EBC2-54597973450F}"/>
          </ac:spMkLst>
        </pc:spChg>
        <pc:spChg chg="del mod">
          <ac:chgData name="Nikolai Gangstø" userId="S::nikolai.gangsto@no.experis.com::8dc0de3d-31c0-46db-9cd1-824a0e73f365" providerId="AD" clId="Web-{E17BFE47-C48C-0828-6C61-D4E550248642}" dt="2026-01-15T12:08:29.190" v="274"/>
          <ac:spMkLst>
            <pc:docMk/>
            <pc:sldMk cId="535311122" sldId="259"/>
            <ac:spMk id="3" creationId="{91A6DE83-AA69-781A-0071-7456E6B7EFE5}"/>
          </ac:spMkLst>
        </pc:spChg>
        <pc:spChg chg="del mod">
          <ac:chgData name="Nikolai Gangstø" userId="S::nikolai.gangsto@no.experis.com::8dc0de3d-31c0-46db-9cd1-824a0e73f365" providerId="AD" clId="Web-{E17BFE47-C48C-0828-6C61-D4E550248642}" dt="2026-01-15T12:08:19.642" v="270"/>
          <ac:spMkLst>
            <pc:docMk/>
            <pc:sldMk cId="535311122" sldId="259"/>
            <ac:spMk id="4" creationId="{4B8DCB3D-CF3B-D78D-7BB1-23BBBDFFE291}"/>
          </ac:spMkLst>
        </pc:spChg>
        <pc:spChg chg="add del mod">
          <ac:chgData name="Nikolai Gangstø" userId="S::nikolai.gangsto@no.experis.com::8dc0de3d-31c0-46db-9cd1-824a0e73f365" providerId="AD" clId="Web-{E17BFE47-C48C-0828-6C61-D4E550248642}" dt="2026-01-15T12:08:41.941" v="287"/>
          <ac:spMkLst>
            <pc:docMk/>
            <pc:sldMk cId="535311122" sldId="259"/>
            <ac:spMk id="7" creationId="{1F242E89-D67F-E0E4-188E-DBDDCBAC5411}"/>
          </ac:spMkLst>
        </pc:spChg>
        <pc:picChg chg="add del mod">
          <ac:chgData name="Nikolai Gangstø" userId="S::nikolai.gangsto@no.experis.com::8dc0de3d-31c0-46db-9cd1-824a0e73f365" providerId="AD" clId="Web-{E17BFE47-C48C-0828-6C61-D4E550248642}" dt="2026-01-15T12:31:40.644" v="294"/>
          <ac:picMkLst>
            <pc:docMk/>
            <pc:sldMk cId="535311122" sldId="259"/>
            <ac:picMk id="3" creationId="{641F3569-D33A-27ED-2225-A908EFD6BA4A}"/>
          </ac:picMkLst>
        </pc:picChg>
        <pc:picChg chg="add mod">
          <ac:chgData name="Nikolai Gangstø" userId="S::nikolai.gangsto@no.experis.com::8dc0de3d-31c0-46db-9cd1-824a0e73f365" providerId="AD" clId="Web-{E17BFE47-C48C-0828-6C61-D4E550248642}" dt="2026-01-15T12:31:47.910" v="296" actId="1076"/>
          <ac:picMkLst>
            <pc:docMk/>
            <pc:sldMk cId="535311122" sldId="259"/>
            <ac:picMk id="4" creationId="{F8203CD7-30C6-C5C9-016F-B7D228CBC483}"/>
          </ac:picMkLst>
        </pc:picChg>
        <pc:picChg chg="add del mod ord">
          <ac:chgData name="Nikolai Gangstø" userId="S::nikolai.gangsto@no.experis.com::8dc0de3d-31c0-46db-9cd1-824a0e73f365" providerId="AD" clId="Web-{E17BFE47-C48C-0828-6C61-D4E550248642}" dt="2026-01-15T12:08:26.815" v="273"/>
          <ac:picMkLst>
            <pc:docMk/>
            <pc:sldMk cId="535311122" sldId="259"/>
            <ac:picMk id="5" creationId="{2A285616-5236-3918-96D8-F0CCD35CD3EB}"/>
          </ac:picMkLst>
        </pc:picChg>
        <pc:picChg chg="add del mod ord">
          <ac:chgData name="Nikolai Gangstø" userId="S::nikolai.gangsto@no.experis.com::8dc0de3d-31c0-46db-9cd1-824a0e73f365" providerId="AD" clId="Web-{E17BFE47-C48C-0828-6C61-D4E550248642}" dt="2026-01-15T12:08:40.129" v="286"/>
          <ac:picMkLst>
            <pc:docMk/>
            <pc:sldMk cId="535311122" sldId="259"/>
            <ac:picMk id="8" creationId="{C134DB2C-C13A-18A2-3AF3-39B89E34B770}"/>
          </ac:picMkLst>
        </pc:picChg>
        <pc:picChg chg="add del mod">
          <ac:chgData name="Nikolai Gangstø" userId="S::nikolai.gangsto@no.experis.com::8dc0de3d-31c0-46db-9cd1-824a0e73f365" providerId="AD" clId="Web-{E17BFE47-C48C-0828-6C61-D4E550248642}" dt="2026-01-15T12:08:54.380" v="291"/>
          <ac:picMkLst>
            <pc:docMk/>
            <pc:sldMk cId="535311122" sldId="259"/>
            <ac:picMk id="9" creationId="{AD62BDF5-89D2-C719-53DD-8BF8943816E4}"/>
          </ac:picMkLst>
        </pc:picChg>
      </pc:sldChg>
      <pc:sldChg chg="modSp new">
        <pc:chgData name="Nikolai Gangstø" userId="S::nikolai.gangsto@no.experis.com::8dc0de3d-31c0-46db-9cd1-824a0e73f365" providerId="AD" clId="Web-{E17BFE47-C48C-0828-6C61-D4E550248642}" dt="2026-01-15T11:21:59.754" v="213" actId="20577"/>
        <pc:sldMkLst>
          <pc:docMk/>
          <pc:sldMk cId="885493711" sldId="260"/>
        </pc:sldMkLst>
        <pc:spChg chg="mod">
          <ac:chgData name="Nikolai Gangstø" userId="S::nikolai.gangsto@no.experis.com::8dc0de3d-31c0-46db-9cd1-824a0e73f365" providerId="AD" clId="Web-{E17BFE47-C48C-0828-6C61-D4E550248642}" dt="2026-01-15T11:21:59.754" v="213" actId="20577"/>
          <ac:spMkLst>
            <pc:docMk/>
            <pc:sldMk cId="885493711" sldId="260"/>
            <ac:spMk id="2" creationId="{7AF99E94-1CFE-137A-AA65-E36AC7305279}"/>
          </ac:spMkLst>
        </pc:spChg>
      </pc:sldChg>
      <pc:sldChg chg="modSp new">
        <pc:chgData name="Nikolai Gangstø" userId="S::nikolai.gangsto@no.experis.com::8dc0de3d-31c0-46db-9cd1-824a0e73f365" providerId="AD" clId="Web-{E17BFE47-C48C-0828-6C61-D4E550248642}" dt="2026-01-15T11:22:16.801" v="226" actId="20577"/>
        <pc:sldMkLst>
          <pc:docMk/>
          <pc:sldMk cId="53372541" sldId="261"/>
        </pc:sldMkLst>
        <pc:spChg chg="mod">
          <ac:chgData name="Nikolai Gangstø" userId="S::nikolai.gangsto@no.experis.com::8dc0de3d-31c0-46db-9cd1-824a0e73f365" providerId="AD" clId="Web-{E17BFE47-C48C-0828-6C61-D4E550248642}" dt="2026-01-15T11:22:16.801" v="226" actId="20577"/>
          <ac:spMkLst>
            <pc:docMk/>
            <pc:sldMk cId="53372541" sldId="261"/>
            <ac:spMk id="2" creationId="{6C5AA25C-AE61-C335-1DDC-D1648F0F3D41}"/>
          </ac:spMkLst>
        </pc:spChg>
      </pc:sldChg>
      <pc:sldChg chg="addSp delSp modSp new">
        <pc:chgData name="Nikolai Gangstø" userId="S::nikolai.gangsto@no.experis.com::8dc0de3d-31c0-46db-9cd1-824a0e73f365" providerId="AD" clId="Web-{E17BFE47-C48C-0828-6C61-D4E550248642}" dt="2026-01-15T11:23:46.162" v="255"/>
        <pc:sldMkLst>
          <pc:docMk/>
          <pc:sldMk cId="3848313406" sldId="262"/>
        </pc:sldMkLst>
        <pc:spChg chg="mod">
          <ac:chgData name="Nikolai Gangstø" userId="S::nikolai.gangsto@no.experis.com::8dc0de3d-31c0-46db-9cd1-824a0e73f365" providerId="AD" clId="Web-{E17BFE47-C48C-0828-6C61-D4E550248642}" dt="2026-01-15T11:22:33.801" v="254" actId="20577"/>
          <ac:spMkLst>
            <pc:docMk/>
            <pc:sldMk cId="3848313406" sldId="262"/>
            <ac:spMk id="2" creationId="{7BB9FFE5-6D7D-C6A6-C12F-8FECDAE49120}"/>
          </ac:spMkLst>
        </pc:spChg>
        <pc:spChg chg="del">
          <ac:chgData name="Nikolai Gangstø" userId="S::nikolai.gangsto@no.experis.com::8dc0de3d-31c0-46db-9cd1-824a0e73f365" providerId="AD" clId="Web-{E17BFE47-C48C-0828-6C61-D4E550248642}" dt="2026-01-15T11:23:46.162" v="255"/>
          <ac:spMkLst>
            <pc:docMk/>
            <pc:sldMk cId="3848313406" sldId="262"/>
            <ac:spMk id="3" creationId="{61AA1063-C599-C0DB-F538-F7743260221F}"/>
          </ac:spMkLst>
        </pc:spChg>
        <pc:picChg chg="add mod ord">
          <ac:chgData name="Nikolai Gangstø" userId="S::nikolai.gangsto@no.experis.com::8dc0de3d-31c0-46db-9cd1-824a0e73f365" providerId="AD" clId="Web-{E17BFE47-C48C-0828-6C61-D4E550248642}" dt="2026-01-15T11:23:46.162" v="255"/>
          <ac:picMkLst>
            <pc:docMk/>
            <pc:sldMk cId="3848313406" sldId="262"/>
            <ac:picMk id="4" creationId="{8D0BEF1C-E8CE-3BBA-178D-B66553307E2C}"/>
          </ac:picMkLst>
        </pc:picChg>
      </pc:sldChg>
      <pc:sldChg chg="addSp delSp modSp new">
        <pc:chgData name="Nikolai Gangstø" userId="S::nikolai.gangsto@no.experis.com::8dc0de3d-31c0-46db-9cd1-824a0e73f365" providerId="AD" clId="Web-{E17BFE47-C48C-0828-6C61-D4E550248642}" dt="2026-01-15T11:24:04.444" v="260" actId="20577"/>
        <pc:sldMkLst>
          <pc:docMk/>
          <pc:sldMk cId="2318590103" sldId="263"/>
        </pc:sldMkLst>
        <pc:spChg chg="mod">
          <ac:chgData name="Nikolai Gangstø" userId="S::nikolai.gangsto@no.experis.com::8dc0de3d-31c0-46db-9cd1-824a0e73f365" providerId="AD" clId="Web-{E17BFE47-C48C-0828-6C61-D4E550248642}" dt="2026-01-15T11:24:04.444" v="260" actId="20577"/>
          <ac:spMkLst>
            <pc:docMk/>
            <pc:sldMk cId="2318590103" sldId="263"/>
            <ac:spMk id="2" creationId="{847C17ED-34DF-A50B-1F34-FF3622E18487}"/>
          </ac:spMkLst>
        </pc:spChg>
        <pc:spChg chg="del">
          <ac:chgData name="Nikolai Gangstø" userId="S::nikolai.gangsto@no.experis.com::8dc0de3d-31c0-46db-9cd1-824a0e73f365" providerId="AD" clId="Web-{E17BFE47-C48C-0828-6C61-D4E550248642}" dt="2026-01-15T11:24:03.444" v="257"/>
          <ac:spMkLst>
            <pc:docMk/>
            <pc:sldMk cId="2318590103" sldId="263"/>
            <ac:spMk id="3" creationId="{615560DC-56CE-C2F6-5DC5-1ABAA7F1AA20}"/>
          </ac:spMkLst>
        </pc:spChg>
        <pc:picChg chg="add mod ord">
          <ac:chgData name="Nikolai Gangstø" userId="S::nikolai.gangsto@no.experis.com::8dc0de3d-31c0-46db-9cd1-824a0e73f365" providerId="AD" clId="Web-{E17BFE47-C48C-0828-6C61-D4E550248642}" dt="2026-01-15T11:24:03.444" v="257"/>
          <ac:picMkLst>
            <pc:docMk/>
            <pc:sldMk cId="2318590103" sldId="263"/>
            <ac:picMk id="4" creationId="{0A19EDE0-65DF-CB65-908C-3C1EEC39B6AC}"/>
          </ac:picMkLst>
        </pc:picChg>
      </pc:sldChg>
    </pc:docChg>
  </pc:docChgLst>
  <pc:docChgLst>
    <pc:chgData name="Nikolai Gangstø" userId="S::nikolai.gangsto@no.experis.com::8dc0de3d-31c0-46db-9cd1-824a0e73f365" providerId="AD" clId="Web-{FD4B4E4F-C51F-39D8-25EB-14546EC08C0B}"/>
    <pc:docChg chg="delSld modSld">
      <pc:chgData name="Nikolai Gangstø" userId="S::nikolai.gangsto@no.experis.com::8dc0de3d-31c0-46db-9cd1-824a0e73f365" providerId="AD" clId="Web-{FD4B4E4F-C51F-39D8-25EB-14546EC08C0B}" dt="2026-01-15T14:04:36.539" v="17"/>
      <pc:docMkLst>
        <pc:docMk/>
      </pc:docMkLst>
      <pc:sldChg chg="modSp">
        <pc:chgData name="Nikolai Gangstø" userId="S::nikolai.gangsto@no.experis.com::8dc0de3d-31c0-46db-9cd1-824a0e73f365" providerId="AD" clId="Web-{FD4B4E4F-C51F-39D8-25EB-14546EC08C0B}" dt="2026-01-15T13:58:47.158" v="16" actId="20577"/>
        <pc:sldMkLst>
          <pc:docMk/>
          <pc:sldMk cId="109857222" sldId="256"/>
        </pc:sldMkLst>
        <pc:spChg chg="mod">
          <ac:chgData name="Nikolai Gangstø" userId="S::nikolai.gangsto@no.experis.com::8dc0de3d-31c0-46db-9cd1-824a0e73f365" providerId="AD" clId="Web-{FD4B4E4F-C51F-39D8-25EB-14546EC08C0B}" dt="2026-01-15T13:58:47.158" v="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Nikolai Gangstø" userId="S::nikolai.gangsto@no.experis.com::8dc0de3d-31c0-46db-9cd1-824a0e73f365" providerId="AD" clId="Web-{FD4B4E4F-C51F-39D8-25EB-14546EC08C0B}" dt="2026-01-15T14:04:36.539" v="17"/>
        <pc:sldMkLst>
          <pc:docMk/>
          <pc:sldMk cId="53372541" sldId="261"/>
        </pc:sldMkLst>
      </pc:sldChg>
    </pc:docChg>
  </pc:docChgLst>
  <pc:docChgLst>
    <pc:chgData name="Jonathan Nygaard" userId="S::jonathan.nygaard@no.experis.com::5ed4999e-d65c-495b-ba22-4794b04ab933" providerId="AD" clId="Web-{9B7CB966-8104-7DD5-916D-4ED356E93801}"/>
    <pc:docChg chg="modSld">
      <pc:chgData name="Jonathan Nygaard" userId="S::jonathan.nygaard@no.experis.com::5ed4999e-d65c-495b-ba22-4794b04ab933" providerId="AD" clId="Web-{9B7CB966-8104-7DD5-916D-4ED356E93801}" dt="2026-01-15T13:26:21.810" v="12" actId="1076"/>
      <pc:docMkLst>
        <pc:docMk/>
      </pc:docMkLst>
      <pc:sldChg chg="addSp delSp modSp">
        <pc:chgData name="Jonathan Nygaard" userId="S::jonathan.nygaard@no.experis.com::5ed4999e-d65c-495b-ba22-4794b04ab933" providerId="AD" clId="Web-{9B7CB966-8104-7DD5-916D-4ED356E93801}" dt="2026-01-15T13:26:21.810" v="12" actId="1076"/>
        <pc:sldMkLst>
          <pc:docMk/>
          <pc:sldMk cId="885493711" sldId="260"/>
        </pc:sldMkLst>
        <pc:spChg chg="del">
          <ac:chgData name="Jonathan Nygaard" userId="S::jonathan.nygaard@no.experis.com::5ed4999e-d65c-495b-ba22-4794b04ab933" providerId="AD" clId="Web-{9B7CB966-8104-7DD5-916D-4ED356E93801}" dt="2026-01-15T13:24:43.809" v="0"/>
          <ac:spMkLst>
            <pc:docMk/>
            <pc:sldMk cId="885493711" sldId="260"/>
            <ac:spMk id="3" creationId="{E95834DB-1BE2-4313-6C70-D9C21C5FA40A}"/>
          </ac:spMkLst>
        </pc:spChg>
        <pc:spChg chg="add del mod">
          <ac:chgData name="Jonathan Nygaard" userId="S::jonathan.nygaard@no.experis.com::5ed4999e-d65c-495b-ba22-4794b04ab933" providerId="AD" clId="Web-{9B7CB966-8104-7DD5-916D-4ED356E93801}" dt="2026-01-15T13:24:54.371" v="3"/>
          <ac:spMkLst>
            <pc:docMk/>
            <pc:sldMk cId="885493711" sldId="260"/>
            <ac:spMk id="6" creationId="{3BD67C08-5A38-28D9-22B5-F4D397250307}"/>
          </ac:spMkLst>
        </pc:spChg>
        <pc:spChg chg="add del mod">
          <ac:chgData name="Jonathan Nygaard" userId="S::jonathan.nygaard@no.experis.com::5ed4999e-d65c-495b-ba22-4794b04ab933" providerId="AD" clId="Web-{9B7CB966-8104-7DD5-916D-4ED356E93801}" dt="2026-01-15T13:26:13.435" v="9"/>
          <ac:spMkLst>
            <pc:docMk/>
            <pc:sldMk cId="885493711" sldId="260"/>
            <ac:spMk id="9" creationId="{98EB29E7-7A17-11B3-20C4-C2E668A9ABFB}"/>
          </ac:spMkLst>
        </pc:spChg>
        <pc:picChg chg="add del mod ord">
          <ac:chgData name="Jonathan Nygaard" userId="S::jonathan.nygaard@no.experis.com::5ed4999e-d65c-495b-ba22-4794b04ab933" providerId="AD" clId="Web-{9B7CB966-8104-7DD5-916D-4ED356E93801}" dt="2026-01-15T13:24:43.887" v="2"/>
          <ac:picMkLst>
            <pc:docMk/>
            <pc:sldMk cId="885493711" sldId="260"/>
            <ac:picMk id="4" creationId="{2464B5E9-6D34-0267-ABC8-D44150385423}"/>
          </ac:picMkLst>
        </pc:picChg>
        <pc:picChg chg="add del mod ord">
          <ac:chgData name="Jonathan Nygaard" userId="S::jonathan.nygaard@no.experis.com::5ed4999e-d65c-495b-ba22-4794b04ab933" providerId="AD" clId="Web-{9B7CB966-8104-7DD5-916D-4ED356E93801}" dt="2026-01-15T13:25:25.059" v="8"/>
          <ac:picMkLst>
            <pc:docMk/>
            <pc:sldMk cId="885493711" sldId="260"/>
            <ac:picMk id="7" creationId="{6313B431-9AA9-7F6C-7685-653E125F8F8E}"/>
          </ac:picMkLst>
        </pc:picChg>
        <pc:picChg chg="add mod ord">
          <ac:chgData name="Jonathan Nygaard" userId="S::jonathan.nygaard@no.experis.com::5ed4999e-d65c-495b-ba22-4794b04ab933" providerId="AD" clId="Web-{9B7CB966-8104-7DD5-916D-4ED356E93801}" dt="2026-01-15T13:26:21.810" v="12" actId="1076"/>
          <ac:picMkLst>
            <pc:docMk/>
            <pc:sldMk cId="885493711" sldId="260"/>
            <ac:picMk id="10" creationId="{4CA75E1C-4C6C-6F9C-5CBE-E98D6B4E37D6}"/>
          </ac:picMkLst>
        </pc:picChg>
      </pc:sldChg>
    </pc:docChg>
  </pc:docChgLst>
  <pc:docChgLst>
    <pc:chgData name="Quynh-Lan Nguyen Pham" userId="S::lan.pham@no.experis.com::c2d9e942-7856-497b-90dd-67344e44925c" providerId="AD" clId="Web-{616377BA-5A17-F6A4-F81E-528E8C8DAE64}"/>
    <pc:docChg chg="addSld modSld">
      <pc:chgData name="Quynh-Lan Nguyen Pham" userId="S::lan.pham@no.experis.com::c2d9e942-7856-497b-90dd-67344e44925c" providerId="AD" clId="Web-{616377BA-5A17-F6A4-F81E-528E8C8DAE64}" dt="2026-01-15T14:20:11.235" v="46" actId="1076"/>
      <pc:docMkLst>
        <pc:docMk/>
      </pc:docMkLst>
      <pc:sldChg chg="addSp delSp modSp add replId">
        <pc:chgData name="Quynh-Lan Nguyen Pham" userId="S::lan.pham@no.experis.com::c2d9e942-7856-497b-90dd-67344e44925c" providerId="AD" clId="Web-{616377BA-5A17-F6A4-F81E-528E8C8DAE64}" dt="2026-01-15T14:20:11.235" v="46" actId="1076"/>
        <pc:sldMkLst>
          <pc:docMk/>
          <pc:sldMk cId="3604480930" sldId="265"/>
        </pc:sldMkLst>
        <pc:spChg chg="mod">
          <ac:chgData name="Quynh-Lan Nguyen Pham" userId="S::lan.pham@no.experis.com::c2d9e942-7856-497b-90dd-67344e44925c" providerId="AD" clId="Web-{616377BA-5A17-F6A4-F81E-528E8C8DAE64}" dt="2026-01-15T14:03:29.110" v="25" actId="20577"/>
          <ac:spMkLst>
            <pc:docMk/>
            <pc:sldMk cId="3604480930" sldId="265"/>
            <ac:spMk id="2" creationId="{94C94D30-CD4A-F9C3-7C98-C3D12C67146B}"/>
          </ac:spMkLst>
        </pc:spChg>
        <pc:spChg chg="add del mod">
          <ac:chgData name="Quynh-Lan Nguyen Pham" userId="S::lan.pham@no.experis.com::c2d9e942-7856-497b-90dd-67344e44925c" providerId="AD" clId="Web-{616377BA-5A17-F6A4-F81E-528E8C8DAE64}" dt="2026-01-15T14:03:51.985" v="26"/>
          <ac:spMkLst>
            <pc:docMk/>
            <pc:sldMk cId="3604480930" sldId="265"/>
            <ac:spMk id="4" creationId="{E9DDED06-D619-BFEE-D639-8B1FCD49A77A}"/>
          </ac:spMkLst>
        </pc:spChg>
        <pc:spChg chg="add del mod">
          <ac:chgData name="Quynh-Lan Nguyen Pham" userId="S::lan.pham@no.experis.com::c2d9e942-7856-497b-90dd-67344e44925c" providerId="AD" clId="Web-{616377BA-5A17-F6A4-F81E-528E8C8DAE64}" dt="2026-01-15T14:15:52.141" v="32"/>
          <ac:spMkLst>
            <pc:docMk/>
            <pc:sldMk cId="3604480930" sldId="265"/>
            <ac:spMk id="7" creationId="{E7D6BB82-54AE-CEEC-D456-941EAA25B263}"/>
          </ac:spMkLst>
        </pc:spChg>
        <pc:picChg chg="add del mod ord">
          <ac:chgData name="Quynh-Lan Nguyen Pham" userId="S::lan.pham@no.experis.com::c2d9e942-7856-497b-90dd-67344e44925c" providerId="AD" clId="Web-{616377BA-5A17-F6A4-F81E-528E8C8DAE64}" dt="2026-01-15T14:15:38.485" v="31"/>
          <ac:picMkLst>
            <pc:docMk/>
            <pc:sldMk cId="3604480930" sldId="265"/>
            <ac:picMk id="5" creationId="{9ED1974C-DF26-BBBC-EAD5-7CB803964EB3}"/>
          </ac:picMkLst>
        </pc:picChg>
        <pc:picChg chg="add mod ord">
          <ac:chgData name="Quynh-Lan Nguyen Pham" userId="S::lan.pham@no.experis.com::c2d9e942-7856-497b-90dd-67344e44925c" providerId="AD" clId="Web-{616377BA-5A17-F6A4-F81E-528E8C8DAE64}" dt="2026-01-15T14:20:11.235" v="46" actId="1076"/>
          <ac:picMkLst>
            <pc:docMk/>
            <pc:sldMk cId="3604480930" sldId="265"/>
            <ac:picMk id="8" creationId="{6BC140E8-3144-E702-03D8-ED324FFEE16D}"/>
          </ac:picMkLst>
        </pc:picChg>
        <pc:picChg chg="del">
          <ac:chgData name="Quynh-Lan Nguyen Pham" userId="S::lan.pham@no.experis.com::c2d9e942-7856-497b-90dd-67344e44925c" providerId="AD" clId="Web-{616377BA-5A17-F6A4-F81E-528E8C8DAE64}" dt="2026-01-15T14:02:53.016" v="1"/>
          <ac:picMkLst>
            <pc:docMk/>
            <pc:sldMk cId="3604480930" sldId="265"/>
            <ac:picMk id="10" creationId="{DCE3DEAE-0058-7C8C-5D94-3AB4504C2614}"/>
          </ac:picMkLst>
        </pc:picChg>
      </pc:sldChg>
    </pc:docChg>
  </pc:docChgLst>
  <pc:docChgLst>
    <pc:chgData name="Clara Hansson" userId="S::clara.hansson@se.experis.com::5bbd64dd-f20e-49aa-9347-45284b8f8405" providerId="AD" clId="Web-{DF2989F2-5A2D-175F-B9B6-7B4E0D203A67}"/>
    <pc:docChg chg="modSld">
      <pc:chgData name="Clara Hansson" userId="S::clara.hansson@se.experis.com::5bbd64dd-f20e-49aa-9347-45284b8f8405" providerId="AD" clId="Web-{DF2989F2-5A2D-175F-B9B6-7B4E0D203A67}" dt="2026-01-16T06:48:05.921" v="13" actId="14100"/>
      <pc:docMkLst>
        <pc:docMk/>
      </pc:docMkLst>
      <pc:sldChg chg="addSp delSp modSp">
        <pc:chgData name="Clara Hansson" userId="S::clara.hansson@se.experis.com::5bbd64dd-f20e-49aa-9347-45284b8f8405" providerId="AD" clId="Web-{DF2989F2-5A2D-175F-B9B6-7B4E0D203A67}" dt="2026-01-16T06:48:05.921" v="13" actId="14100"/>
        <pc:sldMkLst>
          <pc:docMk/>
          <pc:sldMk cId="1301877931" sldId="257"/>
        </pc:sldMkLst>
        <pc:spChg chg="add del mod">
          <ac:chgData name="Clara Hansson" userId="S::clara.hansson@se.experis.com::5bbd64dd-f20e-49aa-9347-45284b8f8405" providerId="AD" clId="Web-{DF2989F2-5A2D-175F-B9B6-7B4E0D203A67}" dt="2026-01-16T06:45:17.133" v="1"/>
          <ac:spMkLst>
            <pc:docMk/>
            <pc:sldMk cId="1301877931" sldId="257"/>
            <ac:spMk id="4" creationId="{83E8976C-4F35-8626-572B-B065E96A1ACE}"/>
          </ac:spMkLst>
        </pc:spChg>
        <pc:spChg chg="add del mod">
          <ac:chgData name="Clara Hansson" userId="S::clara.hansson@se.experis.com::5bbd64dd-f20e-49aa-9347-45284b8f8405" providerId="AD" clId="Web-{DF2989F2-5A2D-175F-B9B6-7B4E0D203A67}" dt="2026-01-16T06:47:54.998" v="8"/>
          <ac:spMkLst>
            <pc:docMk/>
            <pc:sldMk cId="1301877931" sldId="257"/>
            <ac:spMk id="7" creationId="{05A1AC2B-5E6C-8CE6-71E4-8EA551B4C4BF}"/>
          </ac:spMkLst>
        </pc:spChg>
        <pc:picChg chg="add del mod ord">
          <ac:chgData name="Clara Hansson" userId="S::clara.hansson@se.experis.com::5bbd64dd-f20e-49aa-9347-45284b8f8405" providerId="AD" clId="Web-{DF2989F2-5A2D-175F-B9B6-7B4E0D203A67}" dt="2026-01-16T06:47:52.561" v="7"/>
          <ac:picMkLst>
            <pc:docMk/>
            <pc:sldMk cId="1301877931" sldId="257"/>
            <ac:picMk id="5" creationId="{E1D66157-6456-61A6-81E2-C724E3374F3C}"/>
          </ac:picMkLst>
        </pc:picChg>
        <pc:picChg chg="add mod ord">
          <ac:chgData name="Clara Hansson" userId="S::clara.hansson@se.experis.com::5bbd64dd-f20e-49aa-9347-45284b8f8405" providerId="AD" clId="Web-{DF2989F2-5A2D-175F-B9B6-7B4E0D203A67}" dt="2026-01-16T06:48:05.921" v="13" actId="14100"/>
          <ac:picMkLst>
            <pc:docMk/>
            <pc:sldMk cId="1301877931" sldId="257"/>
            <ac:picMk id="8" creationId="{877166B7-3627-F352-3DE5-15AFBC894BE8}"/>
          </ac:picMkLst>
        </pc:picChg>
        <pc:picChg chg="del">
          <ac:chgData name="Clara Hansson" userId="S::clara.hansson@se.experis.com::5bbd64dd-f20e-49aa-9347-45284b8f8405" providerId="AD" clId="Web-{DF2989F2-5A2D-175F-B9B6-7B4E0D203A67}" dt="2026-01-16T06:45:15.336" v="0"/>
          <ac:picMkLst>
            <pc:docMk/>
            <pc:sldMk cId="1301877931" sldId="257"/>
            <ac:picMk id="19" creationId="{ACBD5213-36EC-B0B9-8536-7961F0B54D39}"/>
          </ac:picMkLst>
        </pc:picChg>
      </pc:sldChg>
    </pc:docChg>
  </pc:docChgLst>
  <pc:docChgLst>
    <pc:chgData name="Clara Hansson" userId="S::clara.hansson@se.experis.com::5bbd64dd-f20e-49aa-9347-45284b8f8405" providerId="AD" clId="Web-{CCB7B06F-6883-C5C3-98E9-160705EB70D6}"/>
    <pc:docChg chg="modSld">
      <pc:chgData name="Clara Hansson" userId="S::clara.hansson@se.experis.com::5bbd64dd-f20e-49aa-9347-45284b8f8405" providerId="AD" clId="Web-{CCB7B06F-6883-C5C3-98E9-160705EB70D6}" dt="2026-01-15T14:11:20.252" v="26" actId="1076"/>
      <pc:docMkLst>
        <pc:docMk/>
      </pc:docMkLst>
      <pc:sldChg chg="addSp delSp modSp">
        <pc:chgData name="Clara Hansson" userId="S::clara.hansson@se.experis.com::5bbd64dd-f20e-49aa-9347-45284b8f8405" providerId="AD" clId="Web-{CCB7B06F-6883-C5C3-98E9-160705EB70D6}" dt="2026-01-15T14:11:20.252" v="26" actId="1076"/>
        <pc:sldMkLst>
          <pc:docMk/>
          <pc:sldMk cId="1301877931" sldId="257"/>
        </pc:sldMkLst>
        <pc:spChg chg="del">
          <ac:chgData name="Clara Hansson" userId="S::clara.hansson@se.experis.com::5bbd64dd-f20e-49aa-9347-45284b8f8405" providerId="AD" clId="Web-{CCB7B06F-6883-C5C3-98E9-160705EB70D6}" dt="2026-01-15T13:30:27.478" v="0"/>
          <ac:spMkLst>
            <pc:docMk/>
            <pc:sldMk cId="1301877931" sldId="257"/>
            <ac:spMk id="3" creationId="{E5BDDA88-07FC-5D04-AB64-832E0A36B131}"/>
          </ac:spMkLst>
        </pc:spChg>
        <pc:spChg chg="add del mod">
          <ac:chgData name="Clara Hansson" userId="S::clara.hansson@se.experis.com::5bbd64dd-f20e-49aa-9347-45284b8f8405" providerId="AD" clId="Web-{CCB7B06F-6883-C5C3-98E9-160705EB70D6}" dt="2026-01-15T13:50:18.414" v="4"/>
          <ac:spMkLst>
            <pc:docMk/>
            <pc:sldMk cId="1301877931" sldId="257"/>
            <ac:spMk id="6" creationId="{37787FC6-D880-13BF-C14D-2E0CDE60D3CD}"/>
          </ac:spMkLst>
        </pc:spChg>
        <pc:spChg chg="add del mod">
          <ac:chgData name="Clara Hansson" userId="S::clara.hansson@se.experis.com::5bbd64dd-f20e-49aa-9347-45284b8f8405" providerId="AD" clId="Web-{CCB7B06F-6883-C5C3-98E9-160705EB70D6}" dt="2026-01-15T13:50:22.852" v="6"/>
          <ac:spMkLst>
            <pc:docMk/>
            <pc:sldMk cId="1301877931" sldId="257"/>
            <ac:spMk id="9" creationId="{70A4F25B-7A94-84B3-E0F0-B3D1C9199C32}"/>
          </ac:spMkLst>
        </pc:spChg>
        <pc:spChg chg="add del mod">
          <ac:chgData name="Clara Hansson" userId="S::clara.hansson@se.experis.com::5bbd64dd-f20e-49aa-9347-45284b8f8405" providerId="AD" clId="Web-{CCB7B06F-6883-C5C3-98E9-160705EB70D6}" dt="2026-01-15T14:08:08.789" v="12"/>
          <ac:spMkLst>
            <pc:docMk/>
            <pc:sldMk cId="1301877931" sldId="257"/>
            <ac:spMk id="12" creationId="{99BA9E0B-9893-365A-2FFD-820523C0FD90}"/>
          </ac:spMkLst>
        </pc:spChg>
        <pc:spChg chg="add del mod">
          <ac:chgData name="Clara Hansson" userId="S::clara.hansson@se.experis.com::5bbd64dd-f20e-49aa-9347-45284b8f8405" providerId="AD" clId="Web-{CCB7B06F-6883-C5C3-98E9-160705EB70D6}" dt="2026-01-15T14:09:30.553" v="18"/>
          <ac:spMkLst>
            <pc:docMk/>
            <pc:sldMk cId="1301877931" sldId="257"/>
            <ac:spMk id="15" creationId="{6059E28E-3A5C-8BAB-129B-8ABFBDD3C962}"/>
          </ac:spMkLst>
        </pc:spChg>
        <pc:spChg chg="add del mod">
          <ac:chgData name="Clara Hansson" userId="S::clara.hansson@se.experis.com::5bbd64dd-f20e-49aa-9347-45284b8f8405" providerId="AD" clId="Web-{CCB7B06F-6883-C5C3-98E9-160705EB70D6}" dt="2026-01-15T14:11:10.800" v="22"/>
          <ac:spMkLst>
            <pc:docMk/>
            <pc:sldMk cId="1301877931" sldId="257"/>
            <ac:spMk id="18" creationId="{41ECF90B-7ECA-AF5D-E13A-7E2D9839FBCC}"/>
          </ac:spMkLst>
        </pc:spChg>
        <pc:picChg chg="add del mod">
          <ac:chgData name="Clara Hansson" userId="S::clara.hansson@se.experis.com::5bbd64dd-f20e-49aa-9347-45284b8f8405" providerId="AD" clId="Web-{CCB7B06F-6883-C5C3-98E9-160705EB70D6}" dt="2026-01-15T13:50:15.774" v="2"/>
          <ac:picMkLst>
            <pc:docMk/>
            <pc:sldMk cId="1301877931" sldId="257"/>
            <ac:picMk id="3" creationId="{673AD85A-08A5-DC3D-4C91-56EEED637AC4}"/>
          </ac:picMkLst>
        </pc:picChg>
        <pc:picChg chg="add del mod ord">
          <ac:chgData name="Clara Hansson" userId="S::clara.hansson@se.experis.com::5bbd64dd-f20e-49aa-9347-45284b8f8405" providerId="AD" clId="Web-{CCB7B06F-6883-C5C3-98E9-160705EB70D6}" dt="2026-01-15T13:50:16.977" v="3"/>
          <ac:picMkLst>
            <pc:docMk/>
            <pc:sldMk cId="1301877931" sldId="257"/>
            <ac:picMk id="4" creationId="{9FA9BE56-3208-CBB4-159F-D599BDA0CF84}"/>
          </ac:picMkLst>
        </pc:picChg>
        <pc:picChg chg="add del mod ord">
          <ac:chgData name="Clara Hansson" userId="S::clara.hansson@se.experis.com::5bbd64dd-f20e-49aa-9347-45284b8f8405" providerId="AD" clId="Web-{CCB7B06F-6883-C5C3-98E9-160705EB70D6}" dt="2026-01-15T13:50:19.618" v="5"/>
          <ac:picMkLst>
            <pc:docMk/>
            <pc:sldMk cId="1301877931" sldId="257"/>
            <ac:picMk id="7" creationId="{FC02D713-7C3E-44D0-853D-1449D9320DCF}"/>
          </ac:picMkLst>
        </pc:picChg>
        <pc:picChg chg="add del mod ord">
          <ac:chgData name="Clara Hansson" userId="S::clara.hansson@se.experis.com::5bbd64dd-f20e-49aa-9347-45284b8f8405" providerId="AD" clId="Web-{CCB7B06F-6883-C5C3-98E9-160705EB70D6}" dt="2026-01-15T14:08:06.539" v="11"/>
          <ac:picMkLst>
            <pc:docMk/>
            <pc:sldMk cId="1301877931" sldId="257"/>
            <ac:picMk id="10" creationId="{376B2803-6F06-F607-7E59-31DA7B269CC4}"/>
          </ac:picMkLst>
        </pc:picChg>
        <pc:picChg chg="add del mod ord">
          <ac:chgData name="Clara Hansson" userId="S::clara.hansson@se.experis.com::5bbd64dd-f20e-49aa-9347-45284b8f8405" providerId="AD" clId="Web-{CCB7B06F-6883-C5C3-98E9-160705EB70D6}" dt="2026-01-15T14:08:57.288" v="17"/>
          <ac:picMkLst>
            <pc:docMk/>
            <pc:sldMk cId="1301877931" sldId="257"/>
            <ac:picMk id="13" creationId="{D297511D-2C4F-EFAF-99B2-556646218AE5}"/>
          </ac:picMkLst>
        </pc:picChg>
        <pc:picChg chg="add del mod ord">
          <ac:chgData name="Clara Hansson" userId="S::clara.hansson@se.experis.com::5bbd64dd-f20e-49aa-9347-45284b8f8405" providerId="AD" clId="Web-{CCB7B06F-6883-C5C3-98E9-160705EB70D6}" dt="2026-01-15T14:11:09.081" v="21"/>
          <ac:picMkLst>
            <pc:docMk/>
            <pc:sldMk cId="1301877931" sldId="257"/>
            <ac:picMk id="16" creationId="{9C380753-78CA-6A18-5690-B788DD937490}"/>
          </ac:picMkLst>
        </pc:picChg>
        <pc:picChg chg="add mod ord">
          <ac:chgData name="Clara Hansson" userId="S::clara.hansson@se.experis.com::5bbd64dd-f20e-49aa-9347-45284b8f8405" providerId="AD" clId="Web-{CCB7B06F-6883-C5C3-98E9-160705EB70D6}" dt="2026-01-15T14:11:20.252" v="26" actId="1076"/>
          <ac:picMkLst>
            <pc:docMk/>
            <pc:sldMk cId="1301877931" sldId="257"/>
            <ac:picMk id="19" creationId="{ACBD5213-36EC-B0B9-8536-7961F0B54D39}"/>
          </ac:picMkLst>
        </pc:picChg>
      </pc:sldChg>
    </pc:docChg>
  </pc:docChgLst>
  <pc:docChgLst>
    <pc:chgData name="Nikolai Gangstø" userId="S::nikolai.gangsto@no.experis.com::8dc0de3d-31c0-46db-9cd1-824a0e73f365" providerId="AD" clId="Web-{5FCEC2F8-3399-E9BA-15CF-049DF04A7F10}"/>
    <pc:docChg chg="addSld delSld modSld">
      <pc:chgData name="Nikolai Gangstø" userId="S::nikolai.gangsto@no.experis.com::8dc0de3d-31c0-46db-9cd1-824a0e73f365" providerId="AD" clId="Web-{5FCEC2F8-3399-E9BA-15CF-049DF04A7F10}" dt="2026-01-15T13:22:53.424" v="15"/>
      <pc:docMkLst>
        <pc:docMk/>
      </pc:docMkLst>
      <pc:sldChg chg="del">
        <pc:chgData name="Nikolai Gangstø" userId="S::nikolai.gangsto@no.experis.com::8dc0de3d-31c0-46db-9cd1-824a0e73f365" providerId="AD" clId="Web-{5FCEC2F8-3399-E9BA-15CF-049DF04A7F10}" dt="2026-01-15T13:22:53.424" v="15"/>
        <pc:sldMkLst>
          <pc:docMk/>
          <pc:sldMk cId="2318590103" sldId="263"/>
        </pc:sldMkLst>
      </pc:sldChg>
      <pc:sldChg chg="addSp delSp modSp new">
        <pc:chgData name="Nikolai Gangstø" userId="S::nikolai.gangsto@no.experis.com::8dc0de3d-31c0-46db-9cd1-824a0e73f365" providerId="AD" clId="Web-{5FCEC2F8-3399-E9BA-15CF-049DF04A7F10}" dt="2026-01-15T13:21:47.658" v="14" actId="1076"/>
        <pc:sldMkLst>
          <pc:docMk/>
          <pc:sldMk cId="2957131311" sldId="264"/>
        </pc:sldMkLst>
        <pc:spChg chg="mod">
          <ac:chgData name="Nikolai Gangstø" userId="S::nikolai.gangsto@no.experis.com::8dc0de3d-31c0-46db-9cd1-824a0e73f365" providerId="AD" clId="Web-{5FCEC2F8-3399-E9BA-15CF-049DF04A7F10}" dt="2026-01-15T13:21:36.548" v="11" actId="20577"/>
          <ac:spMkLst>
            <pc:docMk/>
            <pc:sldMk cId="2957131311" sldId="264"/>
            <ac:spMk id="2" creationId="{0600A171-9EA6-F15F-7B24-6A784AE282DF}"/>
          </ac:spMkLst>
        </pc:spChg>
        <pc:spChg chg="del">
          <ac:chgData name="Nikolai Gangstø" userId="S::nikolai.gangsto@no.experis.com::8dc0de3d-31c0-46db-9cd1-824a0e73f365" providerId="AD" clId="Web-{5FCEC2F8-3399-E9BA-15CF-049DF04A7F10}" dt="2026-01-15T13:21:38.595" v="12"/>
          <ac:spMkLst>
            <pc:docMk/>
            <pc:sldMk cId="2957131311" sldId="264"/>
            <ac:spMk id="3" creationId="{F94BA67D-1C77-77E5-26AB-94F991558355}"/>
          </ac:spMkLst>
        </pc:spChg>
        <pc:picChg chg="add mod ord">
          <ac:chgData name="Nikolai Gangstø" userId="S::nikolai.gangsto@no.experis.com::8dc0de3d-31c0-46db-9cd1-824a0e73f365" providerId="AD" clId="Web-{5FCEC2F8-3399-E9BA-15CF-049DF04A7F10}" dt="2026-01-15T13:21:47.658" v="14" actId="1076"/>
          <ac:picMkLst>
            <pc:docMk/>
            <pc:sldMk cId="2957131311" sldId="264"/>
            <ac:picMk id="4" creationId="{1695B64E-1487-37BF-BD18-1D8A9CD915C4}"/>
          </ac:picMkLst>
        </pc:picChg>
      </pc:sldChg>
    </pc:docChg>
  </pc:docChgLst>
  <pc:docChgLst>
    <pc:chgData name="Nikolai Gangstø" userId="S::nikolai.gangsto@no.experis.com::8dc0de3d-31c0-46db-9cd1-824a0e73f365" providerId="AD" clId="Web-{45F8A0D9-C1D9-C590-9510-760E94748418}"/>
    <pc:docChg chg="addSld delSld modSld">
      <pc:chgData name="Nikolai Gangstø" userId="S::nikolai.gangsto@no.experis.com::8dc0de3d-31c0-46db-9cd1-824a0e73f365" providerId="AD" clId="Web-{45F8A0D9-C1D9-C590-9510-760E94748418}" dt="2026-01-16T07:54:16.517" v="231" actId="1076"/>
      <pc:docMkLst>
        <pc:docMk/>
      </pc:docMkLst>
      <pc:sldChg chg="addSp delSp modSp">
        <pc:chgData name="Nikolai Gangstø" userId="S::nikolai.gangsto@no.experis.com::8dc0de3d-31c0-46db-9cd1-824a0e73f365" providerId="AD" clId="Web-{45F8A0D9-C1D9-C590-9510-760E94748418}" dt="2026-01-16T07:54:16.517" v="231" actId="1076"/>
        <pc:sldMkLst>
          <pc:docMk/>
          <pc:sldMk cId="3848313406" sldId="262"/>
        </pc:sldMkLst>
        <pc:spChg chg="mod">
          <ac:chgData name="Nikolai Gangstø" userId="S::nikolai.gangsto@no.experis.com::8dc0de3d-31c0-46db-9cd1-824a0e73f365" providerId="AD" clId="Web-{45F8A0D9-C1D9-C590-9510-760E94748418}" dt="2026-01-16T07:53:30.749" v="228" actId="20577"/>
          <ac:spMkLst>
            <pc:docMk/>
            <pc:sldMk cId="3848313406" sldId="262"/>
            <ac:spMk id="2" creationId="{7BB9FFE5-6D7D-C6A6-C12F-8FECDAE49120}"/>
          </ac:spMkLst>
        </pc:spChg>
        <pc:spChg chg="add mod">
          <ac:chgData name="Nikolai Gangstø" userId="S::nikolai.gangsto@no.experis.com::8dc0de3d-31c0-46db-9cd1-824a0e73f365" providerId="AD" clId="Web-{45F8A0D9-C1D9-C590-9510-760E94748418}" dt="2026-01-16T07:51:53.197" v="221" actId="20577"/>
          <ac:spMkLst>
            <pc:docMk/>
            <pc:sldMk cId="3848313406" sldId="262"/>
            <ac:spMk id="5" creationId="{C9D8596B-8CF5-89BD-3C14-7025012F3960}"/>
          </ac:spMkLst>
        </pc:spChg>
        <pc:picChg chg="del">
          <ac:chgData name="Nikolai Gangstø" userId="S::nikolai.gangsto@no.experis.com::8dc0de3d-31c0-46db-9cd1-824a0e73f365" providerId="AD" clId="Web-{45F8A0D9-C1D9-C590-9510-760E94748418}" dt="2026-01-16T07:48:18.019" v="90"/>
          <ac:picMkLst>
            <pc:docMk/>
            <pc:sldMk cId="3848313406" sldId="262"/>
            <ac:picMk id="4" creationId="{8D0BEF1C-E8CE-3BBA-178D-B66553307E2C}"/>
          </ac:picMkLst>
        </pc:picChg>
        <pc:picChg chg="add mod">
          <ac:chgData name="Nikolai Gangstø" userId="S::nikolai.gangsto@no.experis.com::8dc0de3d-31c0-46db-9cd1-824a0e73f365" providerId="AD" clId="Web-{45F8A0D9-C1D9-C590-9510-760E94748418}" dt="2026-01-16T07:54:16.517" v="231" actId="1076"/>
          <ac:picMkLst>
            <pc:docMk/>
            <pc:sldMk cId="3848313406" sldId="262"/>
            <ac:picMk id="6" creationId="{58746971-73D2-4141-C7CB-D9E24BD6EA25}"/>
          </ac:picMkLst>
        </pc:picChg>
      </pc:sldChg>
      <pc:sldChg chg="addSp delSp modSp">
        <pc:chgData name="Nikolai Gangstø" userId="S::nikolai.gangsto@no.experis.com::8dc0de3d-31c0-46db-9cd1-824a0e73f365" providerId="AD" clId="Web-{45F8A0D9-C1D9-C590-9510-760E94748418}" dt="2026-01-16T07:22:02.345" v="1"/>
        <pc:sldMkLst>
          <pc:docMk/>
          <pc:sldMk cId="2957131311" sldId="264"/>
        </pc:sldMkLst>
        <pc:picChg chg="add del mod">
          <ac:chgData name="Nikolai Gangstø" userId="S::nikolai.gangsto@no.experis.com::8dc0de3d-31c0-46db-9cd1-824a0e73f365" providerId="AD" clId="Web-{45F8A0D9-C1D9-C590-9510-760E94748418}" dt="2026-01-16T07:22:02.345" v="1"/>
          <ac:picMkLst>
            <pc:docMk/>
            <pc:sldMk cId="2957131311" sldId="264"/>
            <ac:picMk id="3" creationId="{19D5D583-41AD-7C13-ECFC-8073C9BB653B}"/>
          </ac:picMkLst>
        </pc:picChg>
      </pc:sldChg>
      <pc:sldChg chg="modSp new del">
        <pc:chgData name="Nikolai Gangstø" userId="S::nikolai.gangsto@no.experis.com::8dc0de3d-31c0-46db-9cd1-824a0e73f365" providerId="AD" clId="Web-{45F8A0D9-C1D9-C590-9510-760E94748418}" dt="2026-01-16T07:35:34.218" v="89"/>
        <pc:sldMkLst>
          <pc:docMk/>
          <pc:sldMk cId="4081245367" sldId="266"/>
        </pc:sldMkLst>
        <pc:spChg chg="mod">
          <ac:chgData name="Nikolai Gangstø" userId="S::nikolai.gangsto@no.experis.com::8dc0de3d-31c0-46db-9cd1-824a0e73f365" providerId="AD" clId="Web-{45F8A0D9-C1D9-C590-9510-760E94748418}" dt="2026-01-16T07:31:31.286" v="7" actId="20577"/>
          <ac:spMkLst>
            <pc:docMk/>
            <pc:sldMk cId="4081245367" sldId="266"/>
            <ac:spMk id="2" creationId="{3D552821-1479-0231-48BA-A7FFBCBAEA25}"/>
          </ac:spMkLst>
        </pc:spChg>
        <pc:spChg chg="mod">
          <ac:chgData name="Nikolai Gangstø" userId="S::nikolai.gangsto@no.experis.com::8dc0de3d-31c0-46db-9cd1-824a0e73f365" providerId="AD" clId="Web-{45F8A0D9-C1D9-C590-9510-760E94748418}" dt="2026-01-16T07:32:06.812" v="88" actId="20577"/>
          <ac:spMkLst>
            <pc:docMk/>
            <pc:sldMk cId="4081245367" sldId="266"/>
            <ac:spMk id="3" creationId="{E6199EEE-48D1-0401-F806-8583278AE3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TV-show logger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highlight>
                  <a:srgbClr val="FFFFFF"/>
                </a:highlight>
              </a:rPr>
              <a:t>TV Show Logger is a social tracking app that allows users to log, rate, and discover new shows, while also exploring what other users are watching.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FFE5-6D7D-C6A6-C12F-8FECDAE4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D8596B-8CF5-89BD-3C14-7025012F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Sprint 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Brainstorming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Diagrams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UML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Use case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System 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OpenAPI</a:t>
            </a:r>
            <a:r>
              <a:rPr lang="en-US" dirty="0"/>
              <a:t> spec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Project structure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746971-73D2-4141-C7CB-D9E24BD6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44" y="1258957"/>
            <a:ext cx="2729904" cy="45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1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6738-BC63-2768-5FC4-FD7ED250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diagram</a:t>
            </a:r>
          </a:p>
        </p:txBody>
      </p:sp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77166B7-3627-F352-3DE5-15AFBC894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5203" y="1265278"/>
            <a:ext cx="5246982" cy="540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9E94-1CFE-137A-AA65-E36AC730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Class Diagram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A75E1C-4C6C-6F9C-5CBE-E98D6B4E3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75" y="1689894"/>
            <a:ext cx="710375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9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6200-8D8E-2908-907F-A7878EEB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4D30-CD4A-F9C3-7C98-C3D12C67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 diagram</a:t>
            </a:r>
          </a:p>
        </p:txBody>
      </p:sp>
      <p:pic>
        <p:nvPicPr>
          <p:cNvPr id="8" name="Content Placeholder 7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6BC140E8-3144-E702-03D8-ED324FFEE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0871" y="1506864"/>
            <a:ext cx="4381463" cy="50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8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A171-9EA6-F15F-7B24-6A784AE2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OpenAPI</a:t>
            </a:r>
            <a:r>
              <a:rPr lang="en-US"/>
              <a:t> specification 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95B64E-1487-37BF-BD18-1D8A9CD91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364" y="1710170"/>
            <a:ext cx="85472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3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D41B-6735-42BC-EBC2-54597973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Structure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8203CD7-30C6-C5C9-016F-B7D228CBC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1441133"/>
            <a:ext cx="98774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1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TV-show logger</vt:lpstr>
      <vt:lpstr>Contents</vt:lpstr>
      <vt:lpstr>Use case diagram</vt:lpstr>
      <vt:lpstr>UML Class Diagram</vt:lpstr>
      <vt:lpstr>System architecture diagram</vt:lpstr>
      <vt:lpstr>OpenAPI specification </vt:lpstr>
      <vt:lpstr>Project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191</cp:revision>
  <dcterms:created xsi:type="dcterms:W3CDTF">2026-01-15T11:13:31Z</dcterms:created>
  <dcterms:modified xsi:type="dcterms:W3CDTF">2026-01-16T08:48:06Z</dcterms:modified>
</cp:coreProperties>
</file>